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Clase 05
Relaciones entre Entidades con JPA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Cliente → Mascota</a:t>
            </a:r>
          </a:p>
          <a:p>
            <a:pPr lvl="0">
              <a:buChar char="•"/>
            </a:pPr>
            <a:r>
              <a:rPr lang="es-AR" sz="1400" dirty="0"/>
              <a:t>@OneToMany · @ManyToOne · @JoinColumn · mappedBy</a:t>
            </a:r>
          </a:p>
          <a:p>
            <a:pPr lvl="0">
              <a:buChar char="•"/>
            </a:pPr>
            <a:r>
              <a:rPr lang="es-AR" sz="1400" dirty="0"/>
              <a:t>Jakarta EE 10 · JPA 3.1 · EclipseLink · MySQL 8 · GlassFish 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Objetivos de la clase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Diseñar relaciones entre tablas con clave foránea (FK)</a:t>
            </a:r>
          </a:p>
          <a:p>
            <a:pPr lvl="0">
              <a:buChar char="•"/>
            </a:pPr>
            <a:r>
              <a:rPr lang="es-AR" sz="1400" dirty="0"/>
              <a:t>Modelar relaciones entre objetos Java con anotaciones JPA</a:t>
            </a:r>
          </a:p>
          <a:p>
            <a:pPr lvl="0">
              <a:buChar char="•"/>
            </a:pPr>
            <a:r>
              <a:rPr lang="es-AR" sz="1400" dirty="0"/>
              <a:t>Implementar @ManyToOne y @OneToMany de forma bidireccional</a:t>
            </a:r>
          </a:p>
          <a:p>
            <a:pPr lvl="0">
              <a:buChar char="•"/>
            </a:pPr>
            <a:r>
              <a:rPr lang="es-AR" sz="1400" dirty="0"/>
              <a:t>Comprender @JoinColumn y mappedBy correctamente</a:t>
            </a:r>
          </a:p>
          <a:p>
            <a:pPr lvl="0">
              <a:buChar char="•"/>
            </a:pPr>
            <a:r>
              <a:rPr lang="es-AR" sz="1400" dirty="0"/>
              <a:t>Escribir JPQL que navega relaciones entre entidades</a:t>
            </a:r>
          </a:p>
          <a:p>
            <a:pPr lvl="0">
              <a:buChar char="•"/>
            </a:pPr>
            <a:r>
              <a:rPr lang="es-AR" sz="1400" dirty="0"/>
              <a:t>Implementar el Servicio que resuelve la relación antes de persistir</a:t>
            </a:r>
          </a:p>
          <a:p>
            <a:pPr lvl="0">
              <a:buChar char="•"/>
            </a:pPr>
            <a:r>
              <a:rPr lang="es-AR" sz="1400" dirty="0"/>
              <a:t>Crear un MascotaBean que recibe el ID del cliente desde la vista</a:t>
            </a:r>
          </a:p>
          <a:p>
            <a:pPr lvl="0">
              <a:buChar char="•"/>
            </a:pPr>
            <a:r>
              <a:rPr lang="es-AR" sz="1400" dirty="0"/>
              <a:t>Construir un formulario JSF con &lt;h:selectOneMenu&gt; de clientes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1. Relaciones en BD vs Java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MySQL: las tablas se vinculan con FOREIGN KEY (cliente_id)</a:t>
            </a:r>
          </a:p>
          <a:p>
            <a:pPr lvl="0">
              <a:buChar char="•"/>
            </a:pPr>
            <a:r>
              <a:rPr lang="es-AR" sz="1400" dirty="0"/>
              <a:t>Java/JPA: los objetos se vinculan con referencias (@ManyToOne)</a:t>
            </a:r>
          </a:p>
          <a:p>
            <a:pPr lvl="0">
              <a:buChar char="•"/>
            </a:pPr>
            <a:r>
              <a:rPr lang="es-AR" sz="1400" dirty="0"/>
              <a:t>JPA traduce automáticamente entre ambos mundos</a:t>
            </a:r>
          </a:p>
          <a:p>
            <a:pPr lvl="0">
              <a:buChar char="•"/>
            </a:pPr>
            <a:r>
              <a:rPr lang="es-AR" sz="1400" dirty="0"/>
              <a:t>Regla: la FK siempre está en el lado 'muchos'</a:t>
            </a:r>
          </a:p>
          <a:p>
            <a:pPr lvl="0">
              <a:buChar char="•"/>
            </a:pPr>
            <a:r>
              <a:rPr lang="es-AR" sz="1400" dirty="0"/>
              <a:t>Mascota tiene cliente_id → @ManyToOne va en Mascota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2. Diseño de tablas y FK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CREATE TABLE cliente (id INT PRIMARY KEY, documento VARCHAR(20), nombre VARCHAR(100))</a:t>
            </a:r>
          </a:p>
          <a:p>
            <a:pPr lvl="0">
              <a:buChar char="•"/>
            </a:pPr>
            <a:r>
              <a:rPr lang="es-AR" sz="1400" dirty="0"/>
              <a:t>CREATE TABLE mascota (id INT PRIMARY KEY, nombre VARCHAR(80), raza VARCHAR(100),</a:t>
            </a:r>
          </a:p>
          <a:p>
            <a:pPr lvl="0">
              <a:buChar char="•"/>
            </a:pPr>
            <a:r>
              <a:rPr lang="es-AR" sz="1400" dirty="0"/>
              <a:t>   observaciones TEXT, fecha DATE, cliente_id INT NOT NULL,</a:t>
            </a:r>
          </a:p>
          <a:p>
            <a:pPr lvl="0">
              <a:buChar char="•"/>
            </a:pPr>
            <a:r>
              <a:rPr lang="es-AR" sz="1400" dirty="0"/>
              <a:t>   FOREIGN KEY (cliente_id) REFERENCES cliente(id) ON DELETE RESTRICT)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ON DELETE RESTRICT: impide eliminar cliente con mascotas</a:t>
            </a:r>
          </a:p>
          <a:p>
            <a:pPr lvl="0">
              <a:buChar char="•"/>
            </a:pPr>
            <a:r>
              <a:rPr lang="es-AR" sz="1400" dirty="0"/>
              <a:t>ON DELETE CASCADE: elimina mascotas automáticamente (peligroso)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3. Entidad Cliente con @OneToMany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@Entity @Table(name = "cliente")</a:t>
            </a:r>
          </a:p>
          <a:p>
            <a:pPr lvl="0">
              <a:buChar char="•"/>
            </a:pPr>
            <a:r>
              <a:rPr lang="es-AR" sz="1400" dirty="0"/>
              <a:t>@Id @GeneratedValue(strategy = IDENTITY) private int id;</a:t>
            </a:r>
          </a:p>
          <a:p>
            <a:pPr lvl="0">
              <a:buChar char="•"/>
            </a:pPr>
            <a:r>
              <a:rPr lang="es-AR" sz="1400" dirty="0"/>
              <a:t>@Column(nullable=false, unique=true) private String documento;</a:t>
            </a:r>
          </a:p>
          <a:p>
            <a:pPr lvl="0">
              <a:buChar char="•"/>
            </a:pPr>
            <a:r>
              <a:rPr lang="es-AR" sz="1400" dirty="0"/>
              <a:t>@Column(nullable=false) private String nombre;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@OneToMany(mappedBy = "cliente", cascade = CascadeType.ALL,</a:t>
            </a:r>
          </a:p>
          <a:p>
            <a:pPr lvl="0">
              <a:buChar char="•"/>
            </a:pPr>
            <a:r>
              <a:rPr lang="es-AR" sz="1400" dirty="0"/>
              <a:t>           fetch = FetchType.LAZY, orphanRemoval = true)</a:t>
            </a:r>
          </a:p>
          <a:p>
            <a:pPr lvl="0">
              <a:buChar char="•"/>
            </a:pPr>
            <a:r>
              <a:rPr lang="es-AR" sz="1400" dirty="0"/>
              <a:t>private List&lt;Mascota&gt; mascotas = new ArrayList&lt;&gt;();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// NO genera columna en tabla cliente</a:t>
            </a:r>
          </a:p>
          <a:p>
            <a:pPr lvl="0">
              <a:buChar char="•"/>
            </a:pPr>
            <a:r>
              <a:rPr lang="es-AR" sz="1400" dirty="0"/>
              <a:t>// La FK ya está en tabla mascota (cliente_id)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4. Entidad Mascota con @ManyToOne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@Entity @Table(name = "mascota")</a:t>
            </a:r>
          </a:p>
          <a:p>
            <a:pPr lvl="0">
              <a:buChar char="•"/>
            </a:pPr>
            <a:r>
              <a:rPr lang="es-AR" sz="1400" dirty="0"/>
              <a:t>@Id @GeneratedValue(strategy = IDENTITY) private int id;</a:t>
            </a:r>
          </a:p>
          <a:p>
            <a:pPr lvl="0">
              <a:buChar char="•"/>
            </a:pPr>
            <a:r>
              <a:rPr lang="es-AR" sz="1400" dirty="0"/>
              <a:t>private String nombre, raza, observaciones;</a:t>
            </a:r>
          </a:p>
          <a:p>
            <a:pPr lvl="0">
              <a:buChar char="•"/>
            </a:pPr>
            <a:r>
              <a:rPr lang="es-AR" sz="1400" dirty="0"/>
              <a:t>private LocalDate fecha;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@ManyToOne(fetch = FetchType.LAZY, optional = false)</a:t>
            </a:r>
          </a:p>
          <a:p>
            <a:pPr lvl="0">
              <a:buChar char="•"/>
            </a:pPr>
            <a:r>
              <a:rPr lang="es-AR" sz="1400" dirty="0"/>
              <a:t>@JoinColumn(name = "cliente_id", nullable = false)</a:t>
            </a:r>
          </a:p>
          <a:p>
            <a:pPr lvl="0">
              <a:buChar char="•"/>
            </a:pPr>
            <a:r>
              <a:rPr lang="es-AR" sz="1400" dirty="0"/>
              <a:t>private Cliente cliente;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// @ManyToOne: muchas mascotas → un cliente</a:t>
            </a:r>
          </a:p>
          <a:p>
            <a:pPr lvl="0">
              <a:buChar char="•"/>
            </a:pPr>
            <a:r>
              <a:rPr lang="es-AR" sz="1400" dirty="0"/>
              <a:t>// @JoinColumn: nombre de la columna FK en tabla mascota</a:t>
            </a:r>
          </a:p>
          <a:p>
            <a:pPr lvl="0">
              <a:buChar char="•"/>
            </a:pPr>
            <a:r>
              <a:rPr lang="es-AR" sz="1400" dirty="0"/>
              <a:t>// optional=false: equivale a NOT NULL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5. @OneToMany y mappedBy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mappedBy = "cliente" indica:</a:t>
            </a:r>
          </a:p>
          <a:p>
            <a:pPr lvl="0">
              <a:buChar char="•"/>
            </a:pPr>
            <a:r>
              <a:rPr lang="es-AR" sz="1400" dirty="0"/>
              <a:t>  → La FK está en Mascota, en el campo llamado 'cliente'</a:t>
            </a:r>
          </a:p>
          <a:p>
            <a:pPr lvl="0">
              <a:buChar char="•"/>
            </a:pPr>
            <a:r>
              <a:rPr lang="es-AR" sz="1400" dirty="0"/>
              <a:t>  → NO crea tabla intermedia ni columna extra</a:t>
            </a:r>
          </a:p>
          <a:p>
            <a:pPr lvl="0">
              <a:buChar char="•"/>
            </a:pPr>
            <a:r>
              <a:rPr lang="es-AR" sz="1400" dirty="0"/>
              <a:t>  → Solo permite navegar: cliente.getMascotas()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❌ Sin mappedBy: JPA crea tabla intermedia no deseada</a:t>
            </a:r>
          </a:p>
          <a:p>
            <a:pPr lvl="0">
              <a:buChar char="•"/>
            </a:pPr>
            <a:r>
              <a:rPr lang="es-AR" sz="1400" dirty="0"/>
              <a:t>✅ Con mappedBy: usa la FK existente en tabla mascota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El valor de mappedBy DEBE coincidir EXACTAMENTE</a:t>
            </a:r>
          </a:p>
          <a:p>
            <a:pPr lvl="0">
              <a:buChar char="•"/>
            </a:pPr>
            <a:r>
              <a:rPr lang="es-AR" sz="1400" dirty="0"/>
              <a:t>con el nombre del campo @ManyToOne en Mascota.java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6. FetchType: LAZY vs EAGER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LAZY (recomendado): carga el relacionado solo cuando se accede</a:t>
            </a:r>
          </a:p>
          <a:p>
            <a:pPr lvl="0">
              <a:buChar char="•"/>
            </a:pPr>
            <a:r>
              <a:rPr lang="es-AR" sz="1400" dirty="0"/>
              <a:t>  → mascota.getCliente() dispara un SELECT adicional</a:t>
            </a:r>
          </a:p>
          <a:p>
            <a:pPr lvl="0">
              <a:buChar char="•"/>
            </a:pPr>
            <a:r>
              <a:rPr lang="es-AR" sz="1400" dirty="0"/>
              <a:t>  → Ventaja: menos datos en memoria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EAGER: carga siempre con JOIN automático</a:t>
            </a:r>
          </a:p>
          <a:p>
            <a:pPr lvl="0">
              <a:buChar char="•"/>
            </a:pPr>
            <a:r>
              <a:rPr lang="es-AR" sz="1400" dirty="0"/>
              <a:t>  → Siempre trae el cliente junto con la mascota</a:t>
            </a:r>
          </a:p>
          <a:p>
            <a:pPr lvl="0">
              <a:buChar char="•"/>
            </a:pPr>
            <a:r>
              <a:rPr lang="es-AR" sz="1400" dirty="0"/>
              <a:t>  → Cuidado: puede cargar datos innecesarios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@ManyToOne default = EAGER → cambiar a LAZY</a:t>
            </a:r>
          </a:p>
          <a:p>
            <a:pPr lvl="0">
              <a:buChar char="•"/>
            </a:pPr>
            <a:r>
              <a:rPr lang="es-AR" sz="1400" dirty="0"/>
              <a:t>@OneToMany default = LAZY → correcto por defecto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7. CascadeType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CascadeType.PERSIST → guardar cliente guarda sus mascotas nuevas</a:t>
            </a:r>
          </a:p>
          <a:p>
            <a:pPr lvl="0">
              <a:buChar char="•"/>
            </a:pPr>
            <a:r>
              <a:rPr lang="es-AR" sz="1400" dirty="0"/>
              <a:t>CascadeType.MERGE → actualizar cliente actualiza sus mascotas</a:t>
            </a:r>
          </a:p>
          <a:p>
            <a:pPr lvl="0">
              <a:buChar char="•"/>
            </a:pPr>
            <a:r>
              <a:rPr lang="es-AR" sz="1400" dirty="0"/>
              <a:t>CascadeType.REMOVE → eliminar cliente elimina sus mascotas</a:t>
            </a:r>
          </a:p>
          <a:p>
            <a:pPr lvl="0">
              <a:buChar char="•"/>
            </a:pPr>
            <a:r>
              <a:rPr lang="es-AR" sz="1400" dirty="0"/>
              <a:t>CascadeType.ALL → todas las anteriores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orphanRemoval = true:</a:t>
            </a:r>
          </a:p>
          <a:p>
            <a:pPr lvl="0">
              <a:buChar char="•"/>
            </a:pPr>
            <a:r>
              <a:rPr lang="es-AR" sz="1400" dirty="0"/>
              <a:t>  Si se quita una mascota de la lista → DELETE en BD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⚠️ Cuidado con REMOVE en cascada si hay más relaciones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8. Problema N+1 y JOIN FETCH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❌ Sin JOIN FETCH: 100 mascotas = 101 queries SQL</a:t>
            </a:r>
          </a:p>
          <a:p>
            <a:pPr lvl="0">
              <a:buChar char="•"/>
            </a:pPr>
            <a:r>
              <a:rPr lang="es-AR" sz="1400" dirty="0"/>
              <a:t>  SELECT * FROM mascota (1 query)</a:t>
            </a:r>
          </a:p>
          <a:p>
            <a:pPr lvl="0">
              <a:buChar char="•"/>
            </a:pPr>
            <a:r>
              <a:rPr lang="es-AR" sz="1400" dirty="0"/>
              <a:t>  + SELECT * FROM cliente WHERE id=? (100 queries más)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✅ Con JOIN FETCH: 1 sola query con INNER JOIN</a:t>
            </a:r>
          </a:p>
          <a:p>
            <a:pPr lvl="0">
              <a:buChar char="•"/>
            </a:pPr>
            <a:r>
              <a:rPr lang="es-AR" sz="1400" dirty="0"/>
              <a:t>  "SELECT m FROM Mascota m JOIN FETCH m.cliente ORDER BY m.nombre"</a:t>
            </a:r>
          </a:p>
          <a:p>
            <a:pPr lvl="0">
              <a:buChar char="•"/>
            </a:pPr>
            <a:r>
              <a:rPr lang="es-AR" sz="1400" dirty="0"/>
              <a:t>  → genera: SELECT m.*, c.* FROM mascota m</a:t>
            </a:r>
          </a:p>
          <a:p>
            <a:pPr lvl="0">
              <a:buChar char="•"/>
            </a:pPr>
            <a:r>
              <a:rPr lang="es-AR" sz="1400" dirty="0"/>
              <a:t>             INNER JOIN cliente c ON m.cliente_id = c.id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Usar siempre JOIN FETCH cuando la vista accede a la relación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9. MascotaDAO con JPQL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@ApplicationScoped</a:t>
            </a:r>
          </a:p>
          <a:p>
            <a:pPr lvl="0">
              <a:buChar char="•"/>
            </a:pPr>
            <a:r>
              <a:rPr lang="es-AR" sz="1400" dirty="0"/>
              <a:t>public class MascotaDAO extends GenericDAO&lt;Mascota, Integer&gt; {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public List&lt;Mascota&gt; listarTodas() {</a:t>
            </a:r>
          </a:p>
          <a:p>
            <a:pPr lvl="0">
              <a:buChar char="•"/>
            </a:pPr>
            <a:r>
              <a:rPr lang="es-AR" sz="1400" dirty="0"/>
              <a:t>    return em.createNamedQuery("Mascota.findAll", Mascota.class)</a:t>
            </a:r>
          </a:p>
          <a:p>
            <a:pPr lvl="0">
              <a:buChar char="•"/>
            </a:pPr>
            <a:r>
              <a:rPr lang="es-AR" sz="1400" dirty="0"/>
              <a:t>             .getResultList();  // con JOIN FETCH m.cliente</a:t>
            </a:r>
          </a:p>
          <a:p>
            <a:pPr lvl="0">
              <a:buChar char="•"/>
            </a:pPr>
            <a:r>
              <a:rPr lang="es-AR" sz="1400" dirty="0"/>
              <a:t>  }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public List&lt;Mascota&gt; listarPorCliente(int clienteId) {</a:t>
            </a:r>
          </a:p>
          <a:p>
            <a:pPr lvl="0">
              <a:buChar char="•"/>
            </a:pPr>
            <a:r>
              <a:rPr lang="es-AR" sz="1400" dirty="0"/>
              <a:t>    return em.createNamedQuery("Mascota.findByCliente", Mascota.class)</a:t>
            </a:r>
          </a:p>
          <a:p>
            <a:pPr lvl="0">
              <a:buChar char="•"/>
            </a:pPr>
            <a:r>
              <a:rPr lang="es-AR" sz="1400" dirty="0"/>
              <a:t>             .setParameter("clienteId", clienteId)</a:t>
            </a:r>
          </a:p>
          <a:p>
            <a:pPr lvl="0">
              <a:buChar char="•"/>
            </a:pPr>
            <a:r>
              <a:rPr lang="es-AR" sz="1400" dirty="0"/>
              <a:t>             .getResultList();</a:t>
            </a:r>
          </a:p>
          <a:p>
            <a:pPr lvl="0">
              <a:buChar char="•"/>
            </a:pPr>
            <a:r>
              <a:rPr lang="es-AR" sz="1400" dirty="0"/>
              <a:t>  }</a:t>
            </a:r>
          </a:p>
          <a:p>
            <a:pPr lvl="0">
              <a:buChar char="•"/>
            </a:pPr>
            <a:r>
              <a:rPr lang="es-AR" sz="1400" dirty="0"/>
              <a:t>}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10. MascotaServicio: resolver la relación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El formulario envía un ID (int) → el Servicio busca el objeto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@Transactional</a:t>
            </a:r>
          </a:p>
          <a:p>
            <a:pPr lvl="0">
              <a:buChar char="•"/>
            </a:pPr>
            <a:r>
              <a:rPr lang="es-AR" sz="1400" dirty="0"/>
              <a:t>public void guardar(Mascota mascota, int clienteId) {</a:t>
            </a:r>
          </a:p>
          <a:p>
            <a:pPr lvl="0">
              <a:buChar char="•"/>
            </a:pPr>
            <a:r>
              <a:rPr lang="es-AR" sz="1400" dirty="0"/>
              <a:t>  if (clienteId == 0)</a:t>
            </a:r>
          </a:p>
          <a:p>
            <a:pPr lvl="0">
              <a:buChar char="•"/>
            </a:pPr>
            <a:r>
              <a:rPr lang="es-AR" sz="1400" dirty="0"/>
              <a:t>    throw new IllegalArgumentException("Seleccione un dueño");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Cliente cliente = clienteDAO.buscarPorId(clienteId);</a:t>
            </a:r>
          </a:p>
          <a:p>
            <a:pPr lvl="0">
              <a:buChar char="•"/>
            </a:pPr>
            <a:r>
              <a:rPr lang="es-AR" sz="1400" dirty="0"/>
              <a:t>  if (cliente == null)</a:t>
            </a:r>
          </a:p>
          <a:p>
            <a:pPr lvl="0">
              <a:buChar char="•"/>
            </a:pPr>
            <a:r>
              <a:rPr lang="es-AR" sz="1400" dirty="0"/>
              <a:t>    throw new IllegalArgumentException("Cliente no existe");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mascota.setCliente(cliente);  // ← setea el OBJETO, no el ID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if (mascota.getId() == 0) mascotaDAO.guardar(mascota);</a:t>
            </a:r>
          </a:p>
          <a:p>
            <a:pPr lvl="0">
              <a:buChar char="•"/>
            </a:pPr>
            <a:r>
              <a:rPr lang="es-AR" sz="1400" dirty="0"/>
              <a:t>  else mascotaDAO.actualizar(mascota);</a:t>
            </a:r>
          </a:p>
          <a:p>
            <a:pPr lvl="0">
              <a:buChar char="•"/>
            </a:pPr>
            <a:r>
              <a:rPr lang="es-AR" sz="1400" dirty="0"/>
              <a:t>}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11. MascotaBean con clienteIdSeleccionado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@Named("mascotaBean") @ViewScoped</a:t>
            </a:r>
          </a:p>
          <a:p>
            <a:pPr lvl="0">
              <a:buChar char="•"/>
            </a:pPr>
            <a:r>
              <a:rPr lang="es-AR" sz="1400" dirty="0"/>
              <a:t>public class MascotaBean implements Serializable {</a:t>
            </a:r>
          </a:p>
          <a:p>
            <a:pPr lvl="0">
              <a:buChar char="•"/>
            </a:pPr>
            <a:r>
              <a:rPr lang="es-AR" sz="1400" dirty="0"/>
              <a:t>  @Inject private MascotaServicio mascotaServicio;</a:t>
            </a:r>
          </a:p>
          <a:p>
            <a:pPr lvl="0">
              <a:buChar char="•"/>
            </a:pPr>
            <a:r>
              <a:rPr lang="es-AR" sz="1400" dirty="0"/>
              <a:t>  @Inject private ClienteServicio clienteServicio;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private List&lt;Cliente&gt; clientes;  // para el selector</a:t>
            </a:r>
          </a:p>
          <a:p>
            <a:pPr lvl="0">
              <a:buChar char="•"/>
            </a:pPr>
            <a:r>
              <a:rPr lang="es-AR" sz="1400" dirty="0"/>
              <a:t>  private int clienteIdSeleccionado; // ID del selector</a:t>
            </a:r>
          </a:p>
          <a:p>
            <a:pPr lvl="0">
              <a:buChar char="•"/>
            </a:pPr>
            <a:r>
              <a:rPr lang="es-AR" sz="1400" dirty="0"/>
              <a:t>  private Mascota mascotaSeleccionada;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public void guardar() {</a:t>
            </a:r>
          </a:p>
          <a:p>
            <a:pPr lvl="0">
              <a:buChar char="•"/>
            </a:pPr>
            <a:r>
              <a:rPr lang="es-AR" sz="1400" dirty="0"/>
              <a:t>    mascotaServicio.guardar(mascotaSeleccionada, clienteIdSeleccionado);</a:t>
            </a:r>
          </a:p>
          <a:p>
            <a:pPr lvl="0">
              <a:buChar char="•"/>
            </a:pPr>
            <a:r>
              <a:rPr lang="es-AR" sz="1400" dirty="0"/>
              <a:t>  }</a:t>
            </a:r>
          </a:p>
          <a:p>
            <a:pPr lvl="0">
              <a:buChar char="•"/>
            </a:pPr>
            <a:r>
              <a:rPr lang="es-AR" sz="1400" dirty="0"/>
              <a:t>}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12. Vista JSF: selector de Cliente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&lt;h:selectOneMenu value="#{mascotaBean.clienteIdSeleccionado}"</a:t>
            </a:r>
          </a:p>
          <a:p>
            <a:pPr lvl="0">
              <a:buChar char="•"/>
            </a:pPr>
            <a:r>
              <a:rPr lang="es-AR" sz="1400" dirty="0"/>
              <a:t>                 required="true"&gt;</a:t>
            </a:r>
          </a:p>
          <a:p>
            <a:pPr lvl="0">
              <a:buChar char="•"/>
            </a:pPr>
            <a:r>
              <a:rPr lang="es-AR" sz="1400" dirty="0"/>
              <a:t>  &lt;f:selectItem itemValue="" itemLabel="— Seleccione —"</a:t>
            </a:r>
          </a:p>
          <a:p>
            <a:pPr lvl="0">
              <a:buChar char="•"/>
            </a:pPr>
            <a:r>
              <a:rPr lang="es-AR" sz="1400" dirty="0"/>
              <a:t>                noSelectionOption="true"/&gt;</a:t>
            </a:r>
          </a:p>
          <a:p>
            <a:pPr lvl="0">
              <a:buChar char="•"/>
            </a:pPr>
            <a:r>
              <a:rPr lang="es-AR" sz="1400" dirty="0"/>
              <a:t>  &lt;f:selectItems value="#{mascotaBean.clientes}" var="c"</a:t>
            </a:r>
          </a:p>
          <a:p>
            <a:pPr lvl="0">
              <a:buChar char="•"/>
            </a:pPr>
            <a:r>
              <a:rPr lang="es-AR" sz="1400" dirty="0"/>
              <a:t>                 itemValue="#{c.id}"</a:t>
            </a:r>
          </a:p>
          <a:p>
            <a:pPr lvl="0">
              <a:buChar char="•"/>
            </a:pPr>
            <a:r>
              <a:rPr lang="es-AR" sz="1400" dirty="0"/>
              <a:t>                 itemLabel="#{c.documento} — #{c.nombre}"/&gt;</a:t>
            </a:r>
          </a:p>
          <a:p>
            <a:pPr lvl="0">
              <a:buChar char="•"/>
            </a:pPr>
            <a:r>
              <a:rPr lang="es-AR" sz="1400" dirty="0"/>
              <a:t>  &lt;f:converter converterId="jakarta.faces.Long"/&gt;</a:t>
            </a:r>
          </a:p>
          <a:p>
            <a:pPr lvl="0">
              <a:buChar char="•"/>
            </a:pPr>
            <a:r>
              <a:rPr lang="es-AR" sz="1400" dirty="0"/>
              <a:t>&lt;/h:selectOneMenu&gt;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⚠️ Sin &lt;f:converter&gt; → ConverterException</a:t>
            </a:r>
          </a:p>
          <a:p>
            <a:pPr lvl="0">
              <a:buChar char="•"/>
            </a:pPr>
            <a:r>
              <a:rPr lang="es-AR" sz="1400" dirty="0"/>
              <a:t>El selector envía String, el Bean espera int/Integer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13. Mostrar relación en la tabla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En h:dataTable value="#{mascotaBean.mascotas}" var="m":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  &lt;h:column&gt;</a:t>
            </a:r>
          </a:p>
          <a:p>
            <a:pPr lvl="0">
              <a:buChar char="•"/>
            </a:pPr>
            <a:r>
              <a:rPr lang="es-AR" sz="1400" dirty="0"/>
              <a:t>    &lt;f:facet name="header"&gt;Dueño&lt;/f:facet&gt;</a:t>
            </a:r>
          </a:p>
          <a:p>
            <a:pPr lvl="0">
              <a:buChar char="•"/>
            </a:pPr>
            <a:r>
              <a:rPr lang="es-AR" sz="1400" dirty="0"/>
              <a:t>    #{m.cliente.documento} — #{m.cliente.nombre}</a:t>
            </a:r>
          </a:p>
          <a:p>
            <a:pPr lvl="0">
              <a:buChar char="•"/>
            </a:pPr>
            <a:r>
              <a:rPr lang="es-AR" sz="1400" dirty="0"/>
              <a:t>  &lt;/h:column&gt;</a:t>
            </a:r>
          </a:p>
          <a:p>
            <a:endParaRPr lang="es-AR" sz="1200"/>
          </a:p>
          <a:p>
            <a:pPr lvl="0">
              <a:buChar char="•"/>
            </a:pPr>
            <a:r>
              <a:rPr lang="es-AR" sz="1400" dirty="0"/>
              <a:t>⚠️ Para que m.cliente.nombre funcione sin N+1,</a:t>
            </a:r>
          </a:p>
          <a:p>
            <a:pPr lvl="0">
              <a:buChar char="•"/>
            </a:pPr>
            <a:r>
              <a:rPr lang="es-AR" sz="1400" dirty="0"/>
              <a:t>el DAO debe tener JOIN FETCH m.cliente en la NamedQuery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14. Resumen de anotaciones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@ManyToOne → va donde está la FK (Mascota tiene cliente_id)</a:t>
            </a:r>
          </a:p>
          <a:p>
            <a:pPr lvl="0">
              <a:buChar char="•"/>
            </a:pPr>
            <a:r>
              <a:rPr lang="es-AR" sz="1400" dirty="0"/>
              <a:t>@JoinColumn(name="cliente_id") → nombre de la columna FK</a:t>
            </a:r>
          </a:p>
          <a:p>
            <a:pPr lvl="0">
              <a:buChar char="•"/>
            </a:pPr>
            <a:r>
              <a:rPr lang="es-AR" sz="1400" dirty="0"/>
              <a:t>@OneToMany(mappedBy="cliente") → lado inverso, navega la colección</a:t>
            </a:r>
          </a:p>
          <a:p>
            <a:pPr lvl="0">
              <a:buChar char="•"/>
            </a:pPr>
            <a:r>
              <a:rPr lang="es-AR" sz="1400" dirty="0"/>
              <a:t>FetchType.LAZY → no carga hasta que se accede (preferir siempre)</a:t>
            </a:r>
          </a:p>
          <a:p>
            <a:pPr lvl="0">
              <a:buChar char="•"/>
            </a:pPr>
            <a:r>
              <a:rPr lang="es-AR" sz="1400" dirty="0"/>
              <a:t>JOIN FETCH → carga en 1 query (obligatorio si la vista accede a la relación)</a:t>
            </a:r>
          </a:p>
          <a:p>
            <a:pPr lvl="0">
              <a:buChar char="•"/>
            </a:pPr>
            <a:r>
              <a:rPr lang="es-AR" sz="1400" dirty="0"/>
              <a:t>CascadeType.ALL → propaga persist/merge/remove</a:t>
            </a:r>
          </a:p>
          <a:p>
            <a:pPr lvl="0">
              <a:buChar char="•"/>
            </a:pPr>
            <a:r>
              <a:rPr lang="es-AR" sz="1400" dirty="0"/>
              <a:t>f:converter → necesario en selectOneMenu con IDs numéricos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txBody>
          <a:bodyPr anchor="ctr" lIns="91440" rIns="91440"/>
          <a:lstStyle/>
          <a:p>
            <a:pPr algn="ctr"/>
            <a:r>
              <a:rPr lang="es-AR" sz="2400" b="1" dirty="0">
                <a:solidFill>
                  <a:srgbClr val="FFFFFF"/>
                </a:solidFill>
              </a:rPr>
              <a:t>15. Actividad Práctica</a:t>
            </a:r>
          </a:p>
        </p:txBody>
      </p:sp>
      <!-- Content -->
      <p:sp>
        <p:nvSpPr>
          <p:cNvPr id="3" name="Content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rIns="91440" tIns="45720"/>
          <a:lstStyle/>
          <a:p>
            <a:pPr lvl="0">
              <a:buChar char="•"/>
            </a:pPr>
            <a:r>
              <a:rPr lang="es-AR" sz="1400" dirty="0"/>
              <a:t>1. Ejecutar el SQL con las tablas cliente y mascota (FK)</a:t>
            </a:r>
          </a:p>
          <a:p>
            <a:pPr lvl="0">
              <a:buChar char="•"/>
            </a:pPr>
            <a:r>
              <a:rPr lang="es-AR" sz="1400" dirty="0"/>
              <a:t>2. Crear Cliente.java con @OneToMany(mappedBy="cliente")</a:t>
            </a:r>
          </a:p>
          <a:p>
            <a:pPr lvl="0">
              <a:buChar char="•"/>
            </a:pPr>
            <a:r>
              <a:rPr lang="es-AR" sz="1400" dirty="0"/>
              <a:t>3. Crear Mascota.java con @ManyToOne + @JoinColumn</a:t>
            </a:r>
          </a:p>
          <a:p>
            <a:pPr lvl="0">
              <a:buChar char="•"/>
            </a:pPr>
            <a:r>
              <a:rPr lang="es-AR" sz="1400" dirty="0"/>
              <a:t>4. Crear MascotaDAO con JOIN FETCH en la NamedQuery</a:t>
            </a:r>
          </a:p>
          <a:p>
            <a:pPr lvl="0">
              <a:buChar char="•"/>
            </a:pPr>
            <a:r>
              <a:rPr lang="es-AR" sz="1400" dirty="0"/>
              <a:t>5. Crear MascotaServicio que resuelve el ID → objeto</a:t>
            </a:r>
          </a:p>
          <a:p>
            <a:pPr lvl="0">
              <a:buChar char="•"/>
            </a:pPr>
            <a:r>
              <a:rPr lang="es-AR" sz="1400" dirty="0"/>
              <a:t>6. Crear MascotaBean con clienteIdSeleccionado</a:t>
            </a:r>
          </a:p>
          <a:p>
            <a:pPr lvl="0">
              <a:buChar char="•"/>
            </a:pPr>
            <a:r>
              <a:rPr lang="es-AR" sz="1400" dirty="0"/>
              <a:t>7. Crear mascotas/abm.xhtml con h:selectOneMenu + f:converter</a:t>
            </a:r>
          </a:p>
          <a:p>
            <a:pPr lvl="0">
              <a:buChar char="•"/>
            </a:pPr>
            <a:r>
              <a:rPr lang="es-AR" sz="1400" dirty="0"/>
              <a:t>8. Verificar que la tabla muestra #{m.cliente.nombre} sin N+1</a:t>
            </a:r>
          </a:p>
        </p:txBody>
      </p:sp>
    </p:spTree>
  </p:cSld>
</p:sld>
</file>